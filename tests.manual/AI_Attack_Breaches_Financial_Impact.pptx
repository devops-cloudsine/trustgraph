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Recent AI Attack Breaches with Financial Impact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Prompt Injection, LLM Exploits, and Real-World Costs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ChatGPT Memory Exploitation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 of Attack: Prompt Injection (Memory Abuse)</a:t>
            </a:r>
          </a:p>
          <a:p/>
          <a:p>
            <a:r>
              <a:t>Impact:</a:t>
            </a:r>
          </a:p>
          <a:p>
            <a:r>
              <a:t>Exfiltration of sensitive personal data via hidden memory instructions. GDPR violations possible.</a:t>
            </a:r>
          </a:p>
          <a:p/>
          <a:p>
            <a:r>
              <a:t>Estimated Financial Loss:</a:t>
            </a:r>
          </a:p>
          <a:p>
            <a:r>
              <a:t>$100K–$1M (GDPR fines, user loss, compliance costs)</a:t>
            </a:r>
          </a:p>
          <a:p/>
          <a:p>
            <a:r>
              <a:t>Source:</a:t>
            </a:r>
          </a:p>
          <a:p>
            <a:r>
              <a:t>arXiv:2406.00199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Slack AI Token Exfiltration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 of Attack: Prompt Injection in Summarization</a:t>
            </a:r>
          </a:p>
          <a:p/>
          <a:p>
            <a:r>
              <a:t>Impact:</a:t>
            </a:r>
          </a:p>
          <a:p>
            <a:r>
              <a:t>Tokens from private Slack channels exfiltrated via AI summarizer without access.</a:t>
            </a:r>
          </a:p>
          <a:p/>
          <a:p>
            <a:r>
              <a:t>Estimated Financial Loss:</a:t>
            </a:r>
          </a:p>
          <a:p>
            <a:r>
              <a:t>$250K–$500K (Cloud billing misuse, token rotation and audits)</a:t>
            </a:r>
          </a:p>
          <a:p/>
          <a:p>
            <a:r>
              <a:t>Source:</a:t>
            </a:r>
          </a:p>
          <a:p>
            <a:r>
              <a:t>PromptArmor, Aug 2024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Microsoft Copilot Abuse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 of Attack: AI Agent Hijack via Prompt Injection</a:t>
            </a:r>
          </a:p>
          <a:p/>
          <a:p>
            <a:r>
              <a:t>Impact:</a:t>
            </a:r>
          </a:p>
          <a:p>
            <a:r>
              <a:t>Enterprise Copilot AI used to generate targeted phishing and leak internal summaries.</a:t>
            </a:r>
          </a:p>
          <a:p/>
          <a:p>
            <a:r>
              <a:t>Estimated Financial Loss:</a:t>
            </a:r>
          </a:p>
          <a:p>
            <a:r>
              <a:t>$5M+ (Delayed enterprise contracts, reputational damage)</a:t>
            </a:r>
          </a:p>
          <a:p/>
          <a:p>
            <a:r>
              <a:t>Source:</a:t>
            </a:r>
          </a:p>
          <a:p>
            <a:r>
              <a:t>Black Hat 2024, Wired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Open-source Agent Hijack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 of Attack: Prompt Chains in Agents</a:t>
            </a:r>
          </a:p>
          <a:p/>
          <a:p>
            <a:r>
              <a:t>Impact:</a:t>
            </a:r>
          </a:p>
          <a:p>
            <a:r>
              <a:t>AI agents using insecure LangChain flows were manipulated to leak secrets and make API calls.</a:t>
            </a:r>
          </a:p>
          <a:p/>
          <a:p>
            <a:r>
              <a:t>Estimated Financial Loss:</a:t>
            </a:r>
          </a:p>
          <a:p>
            <a:r>
              <a:t>$50K–$500K (Startup IP loss, investor distrust)</a:t>
            </a:r>
          </a:p>
          <a:p/>
          <a:p>
            <a:r>
              <a:t>Source:</a:t>
            </a:r>
          </a:p>
          <a:p>
            <a:r>
              <a:t>LangChain forks, community audits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Vanna.AI Remote Code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 of Attack: Prompt Injection → RCE (CVE-2024-5565)</a:t>
            </a:r>
          </a:p>
          <a:p/>
          <a:p>
            <a:r>
              <a:t>Impact:</a:t>
            </a:r>
          </a:p>
          <a:p>
            <a:r>
              <a:t>Text-to-SQL interface led to arbitrary code execution on user systems.</a:t>
            </a:r>
          </a:p>
          <a:p/>
          <a:p>
            <a:r>
              <a:t>Estimated Financial Loss:</a:t>
            </a:r>
          </a:p>
          <a:p>
            <a:r>
              <a:t>$30K–$200K (Incident response, patching, forensic review)</a:t>
            </a:r>
          </a:p>
          <a:p/>
          <a:p>
            <a:r>
              <a:t>Source:</a:t>
            </a:r>
          </a:p>
          <a:p>
            <a:r>
              <a:t>JFrog Security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Financial Impact from AI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| Vector                         | Estimated Loss     |</a:t>
            </a:r>
          </a:p>
          <a:p>
            <a:r>
              <a:t>|-------------------------------|--------------------|</a:t>
            </a:r>
          </a:p>
          <a:p>
            <a:r>
              <a:t>| Prompt Injection (Memory)     | $100K–$1M          |</a:t>
            </a:r>
          </a:p>
          <a:p>
            <a:r>
              <a:t>| Slack Token Exfiltration      | $250K–$500K        |</a:t>
            </a:r>
          </a:p>
          <a:p>
            <a:r>
              <a:t>| Copilot Manipulation          | $5M+               |</a:t>
            </a:r>
          </a:p>
          <a:p>
            <a:r>
              <a:t>| Open-source Agent Hijack      | $50K–$500K         |</a:t>
            </a:r>
          </a:p>
          <a:p>
            <a:r>
              <a:t>| Prompt → RCE (Vanna.AI)       | $30K–$200K         |</a:t>
            </a:r>
          </a:p>
          <a:p/>
          <a:p>
            <a:r>
              <a:t>These estimates represent real-world financial exposure due to LLM-related vulnerabilities and attacks.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